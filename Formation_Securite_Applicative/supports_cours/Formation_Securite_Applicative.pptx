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E74C3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C0392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2004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CATALOGUE FORMATIONS IT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Applicative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 &amp; Best Practices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914400" cy="4572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 │  JWT &amp; OAuth2  │  SAST / DAST  │  API Security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265176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977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4 heures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7 modules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3977640"/>
            <a:ext cx="265176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977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👥 Dev Backend / Frontend / Mobile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Intermédiaire à Avancé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977640"/>
            <a:ext cx="265176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977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Présentiel / Distanciel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Avec démos Docker live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Programme de la formation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0292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04672" y="896112"/>
            <a:ext cx="6126480" cy="22860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822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Fondamentaux de la Sécurité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0" y="822960"/>
            <a:ext cx="109728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822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89304"/>
            <a:ext cx="50292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2893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" y="1362456"/>
            <a:ext cx="6126480" cy="22860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128930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OWASP Top 10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1289304"/>
            <a:ext cx="109728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12893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60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755648"/>
            <a:ext cx="502920" cy="36576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1755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" y="1828800"/>
            <a:ext cx="6126480" cy="22860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175564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D7E"/>
                </a:solidFill>
              </a:rPr>
              <a:t>Pause &amp; Bilan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55648"/>
            <a:ext cx="1097280" cy="365760"/>
          </a:xfrm>
          <a:prstGeom prst="rect">
            <a:avLst/>
          </a:prstGeom>
          <a:solidFill>
            <a:srgbClr val="95A5A6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17556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221992"/>
            <a:ext cx="50292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2219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" y="2295144"/>
            <a:ext cx="6126480" cy="22860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222199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Secure Coding &amp; Bonnes Pratiques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2221992"/>
            <a:ext cx="109728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22219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40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688336"/>
            <a:ext cx="50292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26883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" y="2761488"/>
            <a:ext cx="6126480" cy="22860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268833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Auth JWT &amp; OAuth2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0" y="2688336"/>
            <a:ext cx="109728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2688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40 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154680"/>
            <a:ext cx="502920" cy="36576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154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" y="3227832"/>
            <a:ext cx="6126480" cy="22860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3154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D7E"/>
                </a:solidFill>
              </a:rPr>
              <a:t>Pause &amp; Q&amp;A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772400" y="3154680"/>
            <a:ext cx="1097280" cy="365760"/>
          </a:xfrm>
          <a:prstGeom prst="rect">
            <a:avLst/>
          </a:prstGeom>
          <a:solidFill>
            <a:srgbClr val="95A5A6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0" y="3154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 min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621024"/>
            <a:ext cx="50292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36210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4672" y="3694176"/>
            <a:ext cx="6126480" cy="22860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2102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Protection des APIs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772400" y="3621024"/>
            <a:ext cx="109728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0" y="36210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 min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087368"/>
            <a:ext cx="50292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4672" y="4160520"/>
            <a:ext cx="6126480" cy="22860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408736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Tests de Sécurité — SAST &amp; DAST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772400" y="4087368"/>
            <a:ext cx="109728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0" y="4087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 min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4553712"/>
            <a:ext cx="50292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4553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04672" y="4626864"/>
            <a:ext cx="6126480" cy="22860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" y="455371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Attaques Courantes — XSS, CSRF, SSRF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772400" y="4553712"/>
            <a:ext cx="109728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7" name="Text 55"/>
          <p:cNvSpPr/>
          <p:nvPr/>
        </p:nvSpPr>
        <p:spPr>
          <a:xfrm>
            <a:off x="7772400" y="45537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 min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59" name="Text 57"/>
          <p:cNvSpPr/>
          <p:nvPr/>
        </p:nvSpPr>
        <p:spPr>
          <a:xfrm>
            <a:off x="274320" y="4800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17D7E"/>
                </a:solidFill>
              </a:rPr>
              <a:t>Durée totale : 4h minimum garantie  •  5 ateliers pratiques  •  12 points checklist sécurité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Objectifs de la formation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64008" cy="3749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144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les fondamentaux de la sécurité applicative et le modèle de menaces (CIA, STRIDE)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et corriger les 10 vulnérabilités les plus critiques du classement OWASP Top 10 2021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les bonnes pratiques de développement sécurisé (Secure by Design)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des mécanismes d'authentification robustes : JWT, OAuth2, PKCE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les APIs : rate limiting, validation des entrées, headers de sécurité, CORS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les outils de tests de sécurité : SAST (SonarQube) et DAST (OWASP ZAP)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et contrer les attaques courantes : XSS, CSRF, SSRF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754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7D7E"/>
                </a:solidFill>
              </a:rPr>
              <a:t>💡 À l'issue de la formation, chaque développeur devient un maillon actif de la sécurité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E74C3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7B241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39C12"/>
                </a:solidFill>
              </a:rPr>
              <a:t>MODULE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 de la Sécurité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948A"/>
                </a:solidFill>
              </a:rPr>
              <a:t>CIA · Surfaces d'attaque · STRIDE · Threat Modeling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⏱ 30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Triade CIA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Surfaces d'attaque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STRIDE / Threat Modeling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 Triade CIA — Socle du raisonnement sécurité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🔒 Confidentialité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749040" cy="274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accessibles uniquement aux personnes autorisées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AES-256, TLS 1.3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d'accès RBAC, principe du moindre privilège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Masquage des données sensibles dans les logs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🔏 Intégrité &amp; Disponibilité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298448"/>
            <a:ext cx="3749040" cy="274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 : données modifiables uniquement par des processus autorisés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cryptographiques, hachage, journalisation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: services accessibles quand nécessaire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disponibilité, anti-DDoS, backups, redondance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Principes fondamentaux de sécurité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65176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65176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Défense en profondeur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couches de sécurité indépendantes. La compromission d'une couche ne signifie pas la compromission du système.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5176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265176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2735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Moindre privilège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minimum nécessaire au fonctionnement. Chaque composant, service et utilisateur n'a que les droits dont il a besoin.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822960"/>
            <a:ext cx="265176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822960"/>
            <a:ext cx="265176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2453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Secure by Default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la plus restrictive par défaut. L'utilisateur doit explicitement activer des fonctionnalités moins sécurisées.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267712"/>
            <a:ext cx="265176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267712"/>
            <a:ext cx="265176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" y="2267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Fail Securely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6334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d'erreur, refuser plutôt qu'autoriser. Ne jamais exposer d'informations techniques dans les messages d'erreur.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267712"/>
            <a:ext cx="265176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267712"/>
            <a:ext cx="265176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2267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 pas faire confiance aux entrées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6334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entrée externe est potentiellement hostile, qu'elle vienne d'un formulaire, d'un header HTTP ou d'une API tierce.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267712"/>
            <a:ext cx="265176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267712"/>
            <a:ext cx="265176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245352" y="2267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STRIDE Threat Modeling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26334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· Tampering · Repudiation · Information disclosure · Denial of service · Elevation of privilege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E74C3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7B241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39C12"/>
                </a:solidFill>
              </a:rPr>
              <a:t>MODULE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948A"/>
                </a:solidFill>
              </a:rPr>
              <a:t>Les 10 vulnérabilités critiques illustrées avec exemples et corrections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⏱ 60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Broken Access Control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Injection / XSS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Auth Failures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OWASP Top 10:2021 — Vulnérabilités A01 à A05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65176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65176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A01 — Broken Access Control [CRITIQUE]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utilisateur modifie /admin/users/1 → /admin/users/2 et accède à un autre compte. → RBAC strict, vérification côté serveur à chaque requête.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5176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265176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2735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A02 — Cryptographic Failures [CRITIQUE]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en MD5, clés API dans les logs, HTTP sans TLS. → bcrypt/Argon2 pour MDP, HTTPS/HSTS, AES-256, SHA-256+.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822960"/>
            <a:ext cx="265176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822960"/>
            <a:ext cx="265176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2453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A03 — Injection [CRITIQUE]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users WHERE id='1 OR 1=1--' retourne tous les utilisateurs. → Prepared statements, validation &amp; sanitization.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267712"/>
            <a:ext cx="265176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267712"/>
            <a:ext cx="265176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" y="2267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A04 — Insecure Design [ÉLEVÉE]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6334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MDP sans vérifications → prise de contrôle de comptes. → Threat Modeling dès la conception, user stories sécurité.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267712"/>
            <a:ext cx="265176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267712"/>
            <a:ext cx="265176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2267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A05 — Security Misconfiguration [ÉLEVÉE]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6334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HTTP absents, compte admin/admin non changé, stack trace en prod. → CSP, HSTS, X-Frame-Options, debug désactivé.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OWASP Top 10:2021 — Vulnérabilités A06 à A10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65176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65176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A06 — Vulnerable Components [ÉLEVÉE]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Log4Shell (CVE-2021-44228) : 1 dépendance compromet toute l'infra. Attaque Equifax via Struts 2. → SBOM, Dependabot/Snyk, mises à jour.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5176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265176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2735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A07 — Auth Failures [ÉLEVÉE]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rate limiting sur /login → 10 000 tentatives/seconde. Session non invalidée après déconnexion. → MFA, rate limiting, lockout.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822960"/>
            <a:ext cx="265176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822960"/>
            <a:ext cx="265176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2453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A08 — Data Integrity Failures [ÉLEVÉE]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SolarWinds : mise à jour malveillante signée et distribuée. → Signatures packages, CI/CD sécurisé, checksums.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267712"/>
            <a:ext cx="265176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267712"/>
            <a:ext cx="265176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" y="2267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A09 — Logging Failures [MOYENNE]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6334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sur 200 jours non détectée — aucun log des échecs d'auth. → Logger toutes les actions sensibles, SIEM, alertes.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267712"/>
            <a:ext cx="265176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267712"/>
            <a:ext cx="265176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2267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A10 — SSRF [ÉLEVÉE]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6334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url=http://169.254.169.254/latest/meta-data/ → récupère les credentials AWS de l'instance EC2. → Whitelist URLs, bloquer IP privées RFC 1918.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🛠 ATELIER PRATIQUE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Identifier les vulnérabilités OWASP dans une application cible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54864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🎯 Objectif : Analyser une application volontairement vulnérable (OWASP Juice Shop) et identifier les failles OWASP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0" y="1417320"/>
            <a:ext cx="1143000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4173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⏱ 25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Étapes 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414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-p 3000:3000 bkimminich/juice-shop — Lancer OWASP Juice Shop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89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8986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une SQLi sur le formulaire de connexion (A03 — Injection)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64992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3741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une faille XSS réfléchie dans le champ de recherche (A03/A07)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84962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Tenter d'accéder à /api/Users/ sans authentification (A01 — Broken Access Control)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315968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3251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les headers de sécurité HTTP avec curl -I et analyser les manques (A05)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791456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791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un rapport de vulnérabilités avec niveau de criticité CVSS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E74C3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7B241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39C12"/>
                </a:solidFill>
              </a:rPr>
              <a:t>MODULE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 &amp; Bonnes Pratiques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948A"/>
                </a:solidFill>
              </a:rPr>
              <a:t>Validation · Secrets · Supply Chain sécurisée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⏱ 40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Validation des entrées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Gestion des secrets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Supply chain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Validation &amp; Assainissement des entrées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✅ Validation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749040" cy="274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type, format, longueur et plage de valeurs de TOUTES les entrées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Schémas : Joi (Node.js), Pydantic (Python), Bean Validation (Java)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Rejeter les entrées invalides avec un message d'erreur générique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exposer les règles de validation dans les messages d'erreur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🧹 Assainissement (Sanitization)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298448"/>
            <a:ext cx="3749040" cy="274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les sorties selon le contexte (HTML encode, paramètre SQL)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Whitelisting : n'accepter que ce qui est prévu — jamais de blacklist seule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DOMPurify (XSS front), ESAPI (Java), bleach (Python)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d'innerHTML avec du contenu utilisateur — utiliser textContent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Gestion sécurisée des secrets — Règles absolues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73152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🚫  Ne JAMAIS committer un secret dans Git (API keys, passwords, certificats, tokens)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8595360" cy="50292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63040"/>
            <a:ext cx="73152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🚫  Ne JAMAIS hardcoder un secret dans le code source, même en commentaire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859536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57400"/>
            <a:ext cx="73152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🚫  Ne JAMAIS logger un secret, même partiellement (ex: les 4 premiers caractères)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8595360" cy="50292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51760"/>
            <a:ext cx="73152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🚫  Ne JAMAIS transmettre un secret dans une URL (query string, path parameter)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859536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246120"/>
            <a:ext cx="73152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✅  Variables d'env (.env) → HashiCorp Vault → AWS Secrets Manager / Azure Key Vault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8595360" cy="50292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840480"/>
            <a:ext cx="73152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✅  GitHub/GitLab Secrets pour CI/CD · Doppler / Infisical pour multi-cloud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434840"/>
            <a:ext cx="73152" cy="502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✅  Pre-commit hooks (Husky + git-secrets) pour bloquer les commits contenant des secrets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🛠 ATELIER PRATIQUE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Audit de sécurité d'un projet existant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54864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🎯 Objectif : Réaliser un audit de sécurité complet d'un projet Node.js et corriger les failles identifiées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0" y="1417320"/>
            <a:ext cx="1143000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4173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⏱ 20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Étapes 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414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audit --audit-level=high — analyser les vulnérabilités rapportées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89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8986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--all -p | grep -i 'password\|secret\|token' — détecter les secrets commités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64992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3741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 fichier .env.example et ajouter .env au .gitignore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84962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pre-commit hooks avec Husky pour bloquer les commits avec secrets (git-secrets)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315968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3251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Remédier aux 3 vulnérabilités les plus critiques trouvées par npm audit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E74C3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7B241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39C12"/>
                </a:solidFill>
              </a:rPr>
              <a:t>MODULE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 &amp; OAuth2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948A"/>
                </a:solidFill>
              </a:rPr>
              <a:t>Tokens · Flows · PKCE · Pièges classiques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⏱ 40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🎫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JSON Web Tokens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OAuth2 / OIDC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Bonnes pratiques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Structure JWT — Header.Payload.Signature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Partie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Contenu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Exemple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Sécurité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Header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Algorithme de signature et 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{ "alg":"HS256", "typ":"JWT" }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⚠️ Vérifier l'algo — jamais alg:none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Payload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Claims : données utilisateur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{ "sub":"user123", "exp":1713... }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⚠️ Encodé (Base64) mais PAS chiffré !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Signature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HMAC ou RSA sur Header+Payload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Garantit l'intégrité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✅ Minimum 256 bits pour HMAC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Pièges classiques JWT &amp; OAuth2 — À ne jamais reproduire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73152" cy="50292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⚠️  JWT alg:none — certaines libs acceptent des tokens non signés : toujours valider l'algorithme explicitement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8595360" cy="50292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63040"/>
            <a:ext cx="73152" cy="50292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⚠️  JWT payload : encodé en Base64 mais PAS chiffré — ne jamais stocker de données sensibles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859536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57400"/>
            <a:ext cx="73152" cy="50292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⚠️  Token sans expiration : définir toujours exp ET nbf — Access Token max 15 min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8595360" cy="50292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51760"/>
            <a:ext cx="73152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🚫  OAuth2 Implicit Flow (déprécié) : le token est exposé dans l'URL — utiliser Authorization Code + PKCE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859536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246120"/>
            <a:ext cx="73152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🚫  Stocker les tokens dans localStorage : vulnérable aux attaques XSS — utiliser cookies HttpOnly/Secure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8595360" cy="50292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840480"/>
            <a:ext cx="73152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🚫  Ne pas valider le state parameter : ouverture aux attaques CSRF sur le flow OAuth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🛠 ATELIER PRATIQUE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Implémenter une authentification JWT sécurisée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54864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🎯 Objectif : Implémenter un système d'authentification JWT avec refresh token rotation et blacklist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0" y="1417320"/>
            <a:ext cx="1143000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4173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⏱ 20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Étapes 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414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 : générer Access Token (15 min) + Refresh Token (7j)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89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8986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le Refresh Token dans un cookie HttpOnly/Secure/SameSite=Strict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64992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3741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/auth/refresh avec rotation du Refresh Token (1 usage = 1 token)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84962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une blacklist Redis des tokens révoqués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315968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3251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 sur /auth/login : 5 tentatives/min, lockout 15 min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791456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791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: token volé, brute force, alg:none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E74C3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7B241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39C12"/>
                </a:solidFill>
              </a:rPr>
              <a:t>MODULE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des APIs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948A"/>
                </a:solidFill>
              </a:rPr>
              <a:t>Rate Limiting · Headers HTTP · CORS · Validation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⏱ 30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Rate Limiting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Headers HTTP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CORS strict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Rate Limiting — Techniques &amp; cas d'usage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Technique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Fonctionnement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 d'usage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Fixed Window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Compteur par fenêtre de temps fixe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API publique : 1000 req/heure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Sliding Window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Fenêtre glissante, plus précise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Endpoints critiques, évite le burst en limite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Token Bucket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Tokens consommés, rechargés progressivement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API à usage variable avec pics autorisés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Leaky Bucket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File d'attente à débit constant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Lissage du trafic, protection serveur amont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Headers de sécurité HTTP — Configuration recommandée</a:t>
            </a:r>
            <a:endParaRPr lang="en-US" sz="1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Header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Protection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Valeur recommandée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Content-Security-Policy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XSS, injection de contenu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default-src 'self'; script-src 'self'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Strict-Transport-Security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Downgrade HTTP, MITM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max-age=31536000; includeSubDomains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X-Frame-Options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Clickjacking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DENY ou SAMEORIGIN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X-Content-Type-Options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MIME sniffing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nosniff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Referrer-Policy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Fuite dans Referer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strict-origin-when-cross-origin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Permissions-Policy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Accès caméra, micro, géoloc...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camera=(), microphone=()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E74C3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7B241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39C12"/>
                </a:solidFill>
              </a:rPr>
              <a:t>MODULE 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Sécurité — SAST &amp; DAST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948A"/>
                </a:solidFill>
              </a:rPr>
              <a:t>Shift Left · SonarQube · OWASP ZAP · CI/CD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⏱ 30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SAST (code statique)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DAST (test dynamique)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CI/CD intégration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SAST vs DAST — Quand et comment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🔍 SAST — Static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749040" cy="274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le code source sans exécuter l'application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: injection, secrets, appels non sécurisés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/ SonarCloud — multi-langages, CI/CD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— règles personnalisables, open-source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(Python), ESLint Security (JS), SpotBugs+FindSecBugs (Java)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: à chaque commit, dans la CI/CD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⚡ DAST — Dynamic Analysis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298448"/>
            <a:ext cx="3749040" cy="274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l'application en exécution depuis l'extérieur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: failles de config, problèmes runtime invisibles au SAST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— spider + active scan (SQLi, XSS...)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— pentest professionnel, proxy d'interception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Nikto — scanner de configuration serveur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: staging avant chaque release majeure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🛠 ATELIER PRATIQUE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Audit SAST + DAST d'une application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54864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🎯 Objectif : Analyser une application avec SonarQube et OWASP ZAP et produire un rapport de vulnérabilités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0" y="1417320"/>
            <a:ext cx="1143000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4173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⏱ 20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Étapes 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414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SonarQube via Docker et connecter un projet existant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89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8986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issues de type Vulnerability et Security Hotspot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64992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3741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OWASP ZAP en mode headless — générer rapport HTML High/Medium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84962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3 failles et rédiger un plan de remédiation avec estimation d'effort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315968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3251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le scan SAST dans GitHub Actions (quality gate bloquant)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E74C3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7B241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39C12"/>
                </a:solidFill>
              </a:rPr>
              <a:t>MODULE 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Attaques Courantes — XSS, CSRF, SSRF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948A"/>
                </a:solidFill>
              </a:rPr>
              <a:t>Comprendre pour mieux défendre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⏱ 30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XSS (Cross-Site Scripting)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🎭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CSRF (Request Forgery)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42900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SSRF (Server-Side RF)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XSS — Cross-Site Scripting : 3 types</a:t>
            </a:r>
            <a:endParaRPr lang="en-US" sz="1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Mécanisme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Prévention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Réfléchi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Payload dans l'URL, réfléchi dans la réponse. Envoi d'un lien piégé.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Encoder les sorties HTML. Valider les paramètres d'URL.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Stocké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Payload stocké en BDD, rendu à tous les visiteurs (commentaires, profils).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Sanitizer les entrées (DOMPurify). CSP stricte. Pas d'innerHTML.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DOM-based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Manipulation du DOM côté client via sources non fiables (URL, localStorage).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</a:rPr>
                        <a:t>Éviter document.write, innerHTML. Utiliser textContent. Audit JS.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CSRF &amp; SSRF — Comprendre les mécanismes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🎭 CSRF — Cross-Site Request Forgery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749040" cy="274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 : &lt;img src='http://bank.com/transfer?to=attacker&amp;amount=1000'&gt;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 la session active de l'utilisateur authentifié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: tokens CSRF anti-forgery synchronisés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 Cookie : SameSite=Strict ou SameSite=Lax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Submit Cookie pattern pour les SPAs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header Origin/Referer pour les requêtes cross-origin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🌐 SSRF — Server-Side Request Forgery (Cloud)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298448"/>
            <a:ext cx="3749040" cy="274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: http://169.254.169.254/latest/meta-data/iam/... → clés IAM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: http://metadata.google.internal/computeMetadata/v1/...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: http://169.254.169.254/metadata/instance?api-version=...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internes : http://internal-db:5432, http://elasticsearch:9200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: whitelist d'URLs, bloquer RFC 1918, bloquer redirections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DNS interne bloquant les metadata services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🛠 ATELIER PRATIQUE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Simulation et correction d'attaques XSS et CSRF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54864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🎯 Objectif : Reproduire des attaques XSS et CSRF sur un environnement de test et implémenter les corrections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0" y="1417320"/>
            <a:ext cx="1143000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4173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⏱ 20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Étapes 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414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Shop : exploiter la faille XSS stockée dans la section commentaires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89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8986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 code source vulnérable et identifier la cause racine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64992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3741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DOMPurify sur le rendu des commentaires — vérifier la correction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84962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une attaque CSRF sur un formulaire sans token — créer la page HTML d'attaque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315968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3251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token CSRF (librairie csurf pour Express) — vérifier la protection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791456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791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configuration SameSite des cookies avec les DevTools navigateur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7B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C0392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</a:rPr>
              <a:t>Bénéfices mesurés — Sécurité applicative (OWASP, NIST, Verizon DBIR 2024)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-60%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Vulnérabilités introduites en production après formation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005840"/>
            <a:ext cx="2560320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54680" y="10972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30x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154680" y="1874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cher de corriger en phase design vs production (NIST)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005840"/>
            <a:ext cx="2560320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10972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943600" y="1874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attaques web ciblent la couche applicative (Verizon DBIR)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2560320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017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65760" y="3794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détection d'incident avec SAST/DAST en CI/CD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54680" y="2926080"/>
            <a:ext cx="2560320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54680" y="3017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3154680" y="3794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OWASP Top 10 atteignable avec les bonnes pratiques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Checklist Sécurité — 12 points à afficher dans votre équipe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[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822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</a:rPr>
              <a:t>Toutes les entrées utilisateur sont validées et assainies côté serveur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79576"/>
            <a:ext cx="4206240" cy="32004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79576"/>
            <a:ext cx="27432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1795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[ 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1795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</a:rPr>
              <a:t>Aucun secret n'est présent dans le code source ou les variables d'URL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536192"/>
            <a:ext cx="42062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536192"/>
            <a:ext cx="27432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5361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[ 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536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</a:rPr>
              <a:t>Les requêtes SQL utilisent des requêtes paramétrées (prepared statements)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892808"/>
            <a:ext cx="4206240" cy="32004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892808"/>
            <a:ext cx="27432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8928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[ 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8928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</a:rPr>
              <a:t>Les sorties HTML sont encodées pour prévenir le XSS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249424"/>
            <a:ext cx="42062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249424"/>
            <a:ext cx="27432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24942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[ 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22494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</a:rPr>
              <a:t>Les tokens JWT ont une expiration définie et sont signés avec un algo fort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606040"/>
            <a:ext cx="4206240" cy="32004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606040"/>
            <a:ext cx="27432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606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[ 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</a:rPr>
              <a:t>Le rate limiting est en place sur les endpoints d'authentification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822960"/>
            <a:ext cx="42062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822960"/>
            <a:ext cx="27432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8229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[ 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4920" y="822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</a:rPr>
              <a:t>Les headers de sécurité HTTP sont configurés (CSP, HSTS, X-Frame-Options)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1179576"/>
            <a:ext cx="4206240" cy="32004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1179576"/>
            <a:ext cx="27432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11795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[ 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74920" y="11795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</a:rPr>
              <a:t>Les dépendances sont à jour et auditées (npm audit, pip-audit)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1536192"/>
            <a:ext cx="42062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1536192"/>
            <a:ext cx="27432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15361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[ ]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74920" y="1536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</a:rPr>
              <a:t>Le CORS est configuré avec une liste blanche d'origines explicites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1892808"/>
            <a:ext cx="4206240" cy="32004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1892808"/>
            <a:ext cx="27432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18928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[ ]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74920" y="18928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</a:rPr>
              <a:t>Les logs capturent les événements d'authentification et d'accès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2249424"/>
            <a:ext cx="42062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2249424"/>
            <a:ext cx="27432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224942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[ ]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74920" y="22494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</a:rPr>
              <a:t>Le mode debug est désactivé en production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2606040"/>
            <a:ext cx="4206240" cy="32004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2606040"/>
            <a:ext cx="27432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0" name="Text 48"/>
          <p:cNvSpPr/>
          <p:nvPr/>
        </p:nvSpPr>
        <p:spPr>
          <a:xfrm>
            <a:off x="4754880" y="2606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[ ]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7492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</a:rPr>
              <a:t>Une analyse SAST est intégrée en CI/CD avec quality gate bloquant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7B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C0392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E74C3C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39C12"/>
                </a:solidFill>
              </a:rPr>
              <a:t>Ce que vous savez faire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2860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01  Fondamentaux sécurité : CIA, surfaces d'attaque, STRIDE, Threat Modeling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22860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116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02  OWASP Top 10 : identifier et corriger les 10 vulnérabilités critiques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22860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688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03  Secure Coding : validation, secrets, supply chain sécurisée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99232"/>
            <a:ext cx="22860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04  Auth robuste : JWT sécurisé, OAuth2/PKCE, refresh token rotation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22860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832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05  API Security : rate limiting, headers HTTP, CORS strict, validation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13632"/>
            <a:ext cx="22860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404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06  SAST &amp; DAST : SonarQube, OWASP ZAP intégrés en CI/CD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70832"/>
            <a:ext cx="22860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976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07  Défense : XSS, CSRF, SSRF — comprendre pour mieux défendre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Formation IT Modernes  •  Sécurité Applicative  •  Version 1.0 —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Sécurité Applicative — Secure Coding &amp; Best Practices</dc:title>
  <dc:subject>PptxGenJS Presentation</dc:subject>
  <dc:creator>Formation IT Modernes</dc:creator>
  <cp:lastModifiedBy>Formation IT Modernes</cp:lastModifiedBy>
  <cp:revision>1</cp:revision>
  <dcterms:created xsi:type="dcterms:W3CDTF">2026-04-20T11:51:59Z</dcterms:created>
  <dcterms:modified xsi:type="dcterms:W3CDTF">2026-04-20T11:51:59Z</dcterms:modified>
</cp:coreProperties>
</file>